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SuperSec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Sistema web de pedidos</a:t>
            </a:r>
          </a:p>
          <a:p>
            <a:r>
              <a:t>Projeto de Engenharia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Problema e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Centralizar produtos e pedidos em um sistema web.</a:t>
            </a:r>
          </a:p>
          <a:p>
            <a:pPr>
              <a:spcAft>
                <a:spcPts val="1000"/>
              </a:spcAft>
              <a:defRPr sz="2200"/>
            </a:pPr>
            <a:r>
              <a:t>Permitir cadastro, login, carrinho e finalização de compra.</a:t>
            </a:r>
          </a:p>
          <a:p>
            <a:pPr>
              <a:spcAft>
                <a:spcPts val="1000"/>
              </a:spcAft>
              <a:defRPr sz="2200"/>
            </a:pPr>
            <a:r>
              <a:t>Registrar pedidos e manter o estoque atualizado.</a:t>
            </a:r>
          </a:p>
          <a:p>
            <a:pPr>
              <a:spcAft>
                <a:spcPts val="1000"/>
              </a:spcAft>
              <a:defRPr sz="2200"/>
            </a:pPr>
            <a:r>
              <a:t>Aplicar conceitos de frontend, backend, banco de dados, segurança e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Tecnologias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Frontend: React + Vite</a:t>
            </a:r>
          </a:p>
          <a:p>
            <a:pPr>
              <a:spcAft>
                <a:spcPts val="1000"/>
              </a:spcAft>
              <a:defRPr sz="2200"/>
            </a:pPr>
            <a:r>
              <a:t>Backend: Java 21 + Spring Boot</a:t>
            </a:r>
          </a:p>
          <a:p>
            <a:pPr>
              <a:spcAft>
                <a:spcPts val="1000"/>
              </a:spcAft>
              <a:defRPr sz="2200"/>
            </a:pPr>
            <a:r>
              <a:t>Banco: PostgreSQL</a:t>
            </a:r>
          </a:p>
          <a:p>
            <a:pPr>
              <a:spcAft>
                <a:spcPts val="1000"/>
              </a:spcAft>
              <a:defRPr sz="2200"/>
            </a:pPr>
            <a:r>
              <a:t>Segurança: Spring Security + JWT + BCrypt</a:t>
            </a:r>
          </a:p>
          <a:p>
            <a:pPr>
              <a:spcAft>
                <a:spcPts val="1000"/>
              </a:spcAft>
              <a:defRPr sz="2200"/>
            </a:pPr>
            <a:r>
              <a:t>Infraestrutura: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Cadastro e autenticação</a:t>
            </a:r>
          </a:p>
          <a:p>
            <a:pPr>
              <a:spcAft>
                <a:spcPts val="1000"/>
              </a:spcAft>
              <a:defRPr sz="2200"/>
            </a:pPr>
            <a:r>
              <a:t>Catálogo de produtos</a:t>
            </a:r>
          </a:p>
          <a:p>
            <a:pPr>
              <a:spcAft>
                <a:spcPts val="1000"/>
              </a:spcAft>
              <a:defRPr sz="2200"/>
            </a:pPr>
            <a:r>
              <a:t>Carrinho de compras</a:t>
            </a:r>
          </a:p>
          <a:p>
            <a:pPr>
              <a:spcAft>
                <a:spcPts val="1000"/>
              </a:spcAft>
              <a:defRPr sz="2200"/>
            </a:pPr>
            <a:r>
              <a:t>Finalização do pedido</a:t>
            </a:r>
          </a:p>
          <a:p>
            <a:pPr>
              <a:spcAft>
                <a:spcPts val="1000"/>
              </a:spcAft>
              <a:defRPr sz="2200"/>
            </a:pPr>
            <a:r>
              <a:t>Histórico de pedidos</a:t>
            </a:r>
          </a:p>
          <a:p>
            <a:pPr>
              <a:spcAft>
                <a:spcPts val="1000"/>
              </a:spcAft>
              <a:defRPr sz="2200"/>
            </a:pPr>
            <a:r>
              <a:t>Controle de estoque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Usuário → React → API REST Spring Boot → PostgreSQL</a:t>
            </a:r>
          </a:p>
          <a:p>
            <a:pPr>
              <a:spcAft>
                <a:spcPts val="1000"/>
              </a:spcAft>
              <a:defRPr sz="2200"/>
            </a:pPr>
            <a:r>
              <a:t>Frontend cuida da interface.</a:t>
            </a:r>
          </a:p>
          <a:p>
            <a:pPr>
              <a:spcAft>
                <a:spcPts val="1000"/>
              </a:spcAft>
              <a:defRPr sz="2200"/>
            </a:pPr>
            <a:r>
              <a:t>Backend concentra regras de negócio e segurança.</a:t>
            </a:r>
          </a:p>
          <a:p>
            <a:pPr>
              <a:spcAft>
                <a:spcPts val="1000"/>
              </a:spcAft>
              <a:defRPr sz="2200"/>
            </a:pPr>
            <a:r>
              <a:t>Banco mantém os dados persistentes.</a:t>
            </a:r>
          </a:p>
          <a:p>
            <a:pPr>
              <a:spcAft>
                <a:spcPts val="1000"/>
              </a:spcAft>
              <a:defRPr sz="2200"/>
            </a:pPr>
            <a:r>
              <a:t>Docker organiza os serviços.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Banco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users: usuários e perfis</a:t>
            </a:r>
          </a:p>
          <a:p>
            <a:pPr>
              <a:spcAft>
                <a:spcPts val="1000"/>
              </a:spcAft>
              <a:defRPr sz="2200"/>
            </a:pPr>
            <a:r>
              <a:t>products: catálogo e estoque</a:t>
            </a:r>
          </a:p>
          <a:p>
            <a:pPr>
              <a:spcAft>
                <a:spcPts val="1000"/>
              </a:spcAft>
              <a:defRPr sz="2200"/>
            </a:pPr>
            <a:r>
              <a:t>orders: pedidos e status</a:t>
            </a:r>
          </a:p>
          <a:p>
            <a:pPr>
              <a:spcAft>
                <a:spcPts val="1000"/>
              </a:spcAft>
              <a:defRPr sz="2200"/>
            </a:pPr>
            <a:r>
              <a:t>order_items: produtos e quantidades de cada pedido</a:t>
            </a:r>
          </a:p>
          <a:p>
            <a:pPr>
              <a:spcAft>
                <a:spcPts val="1000"/>
              </a:spcAft>
              <a:defRPr sz="2200"/>
            </a:pPr>
            <a:r>
              <a:t>Relacionamentos preservam a integridade dos dados.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Segurança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Senhas armazenadas com BCrypt.</a:t>
            </a:r>
          </a:p>
          <a:p>
            <a:pPr>
              <a:spcAft>
                <a:spcPts val="1000"/>
              </a:spcAft>
              <a:defRPr sz="2200"/>
            </a:pPr>
            <a:r>
              <a:t>JWT utilizado nas requisições protegidas.</a:t>
            </a:r>
          </a:p>
          <a:p>
            <a:pPr>
              <a:spcAft>
                <a:spcPts val="1000"/>
              </a:spcAft>
              <a:defRPr sz="2200"/>
            </a:pPr>
            <a:r>
              <a:t>Rotas de pedidos exigem autenticação.</a:t>
            </a:r>
          </a:p>
          <a:p>
            <a:pPr>
              <a:spcAft>
                <a:spcPts val="1000"/>
              </a:spcAft>
              <a:defRPr sz="2200"/>
            </a:pPr>
            <a:r>
              <a:t>Perfil ADMIN preparado para operações administrativas.</a:t>
            </a:r>
          </a:p>
          <a:p>
            <a:pPr>
              <a:spcAft>
                <a:spcPts val="1000"/>
              </a:spcAft>
              <a:defRPr sz="2200"/>
            </a:pPr>
            <a:r>
              <a:t>Validações impedem dados inválidos e estoque insuficiente.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Demonstração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1. Criar uma conta.</a:t>
            </a:r>
          </a:p>
          <a:p>
            <a:pPr>
              <a:spcAft>
                <a:spcPts val="1000"/>
              </a:spcAft>
              <a:defRPr sz="2200"/>
            </a:pPr>
            <a:r>
              <a:t>2. Entrar no sistema.</a:t>
            </a:r>
          </a:p>
          <a:p>
            <a:pPr>
              <a:spcAft>
                <a:spcPts val="1000"/>
              </a:spcAft>
              <a:defRPr sz="2200"/>
            </a:pPr>
            <a:r>
              <a:t>3. Adicionar produtos ao carrinho.</a:t>
            </a:r>
          </a:p>
          <a:p>
            <a:pPr>
              <a:spcAft>
                <a:spcPts val="1000"/>
              </a:spcAft>
              <a:defRPr sz="2200"/>
            </a:pPr>
            <a:r>
              <a:t>4. Conferir o total.</a:t>
            </a:r>
          </a:p>
          <a:p>
            <a:pPr>
              <a:spcAft>
                <a:spcPts val="1000"/>
              </a:spcAft>
              <a:defRPr sz="2200"/>
            </a:pPr>
            <a:r>
              <a:t>5. Finalizar pedido.</a:t>
            </a:r>
          </a:p>
          <a:p>
            <a:pPr>
              <a:spcAft>
                <a:spcPts val="1000"/>
              </a:spcAft>
              <a:defRPr sz="2200"/>
            </a:pPr>
            <a:r>
              <a:t>6. Abrir Meus pedidos e mostrar o registro.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Sistema funcional com frontend, backend e banco integrados.</a:t>
            </a:r>
          </a:p>
          <a:p>
            <a:pPr>
              <a:spcAft>
                <a:spcPts val="1000"/>
              </a:spcAft>
              <a:defRPr sz="2200"/>
            </a:pPr>
            <a:r>
              <a:t>Projeto containerizado e reproduzível com Docker.</a:t>
            </a:r>
          </a:p>
          <a:p>
            <a:pPr>
              <a:spcAft>
                <a:spcPts val="1000"/>
              </a:spcAft>
              <a:defRPr sz="2200"/>
            </a:pPr>
            <a:r>
              <a:t>Escopo controlado para demonstração acadêmica.</a:t>
            </a:r>
          </a:p>
          <a:p>
            <a:pPr>
              <a:spcAft>
                <a:spcPts val="1000"/>
              </a:spcAft>
              <a:defRPr sz="2200"/>
            </a:pPr>
            <a:r>
              <a:t>Evoluções: pagamento, notificações e logística.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